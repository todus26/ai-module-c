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3"/>
  </p:notesMasterIdLst>
  <p:sldIdLst>
    <p:sldId id="1560" r:id="rId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1" autoAdjust="0"/>
    <p:restoredTop sz="94660"/>
  </p:normalViewPr>
  <p:slideViewPr>
    <p:cSldViewPr snapToGrid="0">
      <p:cViewPr varScale="1">
        <p:scale>
          <a:sx n="89" d="100"/>
          <a:sy n="89" d="100"/>
        </p:scale>
        <p:origin x="393" y="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32DD2D-E7B9-4E8B-A177-739A266508B3}" type="datetimeFigureOut">
              <a:rPr lang="ko-KR" altLang="en-US" smtClean="0"/>
              <a:t>2026-09-23</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2B979E-1388-4835-8479-85E89DB6C9CC}" type="slidenum">
              <a:rPr lang="ko-KR" altLang="en-US" smtClean="0"/>
              <a:t>‹#›</a:t>
            </a:fld>
            <a:endParaRPr lang="ko-KR" altLang="en-US"/>
          </a:p>
        </p:txBody>
      </p:sp>
    </p:spTree>
    <p:extLst>
      <p:ext uri="{BB962C8B-B14F-4D97-AF65-F5344CB8AC3E}">
        <p14:creationId xmlns:p14="http://schemas.microsoft.com/office/powerpoint/2010/main" val="311913467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90AE9-D45B-01F8-7E00-5CD93805B968}"/>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9B5B54A-364F-2319-DFFC-D7346F342783}"/>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69F4D3D-B09D-3182-65DF-D2B94F8BE07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9EA74980-0E9B-3FC6-9FA9-3A147A6A44B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C51814-3B91-4036-94D2-3977634EE214}" type="slidenum">
              <a:rPr kumimoji="0" lang="en-US" altLang="ko-KR" sz="1200" b="0" i="0" u="none" strike="noStrike" kern="1200" cap="none" spc="0" normalizeH="0" baseline="0" noProof="0" smtClean="0">
                <a:ln>
                  <a:noFill/>
                </a:ln>
                <a:solidFill>
                  <a:prstClr val="black"/>
                </a:solidFill>
                <a:effectLst/>
                <a:uLnTx/>
                <a:uFillTx/>
                <a:latin typeface="맑은 고딕" panose="020B0503020000020004" pitchFamily="50" charset="-127"/>
                <a:ea typeface="맑은 고딕" panose="020B0503020000020004" pitchFamily="50" charset="-127"/>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ko-KR" altLang="en-US" sz="12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1980995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3946382-D411-C520-84A0-F3A032D134EB}"/>
              </a:ext>
            </a:extLst>
          </p:cNvPr>
          <p:cNvSpPr>
            <a:spLocks noGrp="1"/>
          </p:cNvSpPr>
          <p:nvPr>
            <p:ph type="ctrTitle"/>
          </p:nvPr>
        </p:nvSpPr>
        <p:spPr>
          <a:xfrm>
            <a:off x="1524000" y="1805861"/>
            <a:ext cx="8782050" cy="1323439"/>
          </a:xfrm>
        </p:spPr>
        <p:txBody>
          <a:bodyPr vert="horz" wrap="square" lIns="0" tIns="0" rIns="0" bIns="0" rtlCol="0" anchor="ctr">
            <a:noAutofit/>
          </a:bodyPr>
          <a:lstStyle>
            <a:lvl1pPr algn="l">
              <a:defRPr lang="ko-KR" altLang="en-US" sz="4000" kern="0" spc="-75">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indent="0">
              <a:lnSpc>
                <a:spcPct val="100000"/>
              </a:lnSpc>
            </a:pPr>
            <a:r>
              <a:rPr lang="ko-KR" altLang="en-US" dirty="0"/>
              <a:t>마스터 제목 스타일 편집</a:t>
            </a:r>
          </a:p>
        </p:txBody>
      </p:sp>
    </p:spTree>
    <p:extLst>
      <p:ext uri="{BB962C8B-B14F-4D97-AF65-F5344CB8AC3E}">
        <p14:creationId xmlns:p14="http://schemas.microsoft.com/office/powerpoint/2010/main" val="3642623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사용자 지정 레이아웃">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66151C6A-4A31-6028-D891-892DA2C6E878}"/>
              </a:ext>
            </a:extLst>
          </p:cNvPr>
          <p:cNvPicPr>
            <a:picLocks noChangeAspect="1"/>
          </p:cNvPicPr>
          <p:nvPr userDrawn="1"/>
        </p:nvPicPr>
        <p:blipFill>
          <a:blip r:embed="rId2"/>
          <a:srcRect t="31103"/>
          <a:stretch>
            <a:fillRect/>
          </a:stretch>
        </p:blipFill>
        <p:spPr>
          <a:xfrm>
            <a:off x="0" y="2133600"/>
            <a:ext cx="12192000" cy="4724400"/>
          </a:xfrm>
          <a:prstGeom prst="rect">
            <a:avLst/>
          </a:prstGeom>
        </p:spPr>
      </p:pic>
      <p:sp>
        <p:nvSpPr>
          <p:cNvPr id="9" name="제목 1">
            <a:extLst>
              <a:ext uri="{FF2B5EF4-FFF2-40B4-BE49-F238E27FC236}">
                <a16:creationId xmlns:a16="http://schemas.microsoft.com/office/drawing/2014/main" id="{EC00DEF6-C823-F463-B07A-6850A29D9EB0}"/>
              </a:ext>
            </a:extLst>
          </p:cNvPr>
          <p:cNvSpPr>
            <a:spLocks noGrp="1"/>
          </p:cNvSpPr>
          <p:nvPr>
            <p:ph type="ctrTitle"/>
          </p:nvPr>
        </p:nvSpPr>
        <p:spPr>
          <a:xfrm>
            <a:off x="1704975" y="425794"/>
            <a:ext cx="8782050" cy="1323439"/>
          </a:xfrm>
        </p:spPr>
        <p:txBody>
          <a:bodyPr vert="horz" wrap="square" lIns="0" tIns="0" rIns="0" bIns="0" rtlCol="0" anchor="ctr">
            <a:noAutofit/>
          </a:bodyPr>
          <a:lstStyle>
            <a:lvl1pPr algn="ctr">
              <a:defRPr lang="ko-KR" altLang="en-US" sz="4400" kern="0" spc="-75">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indent="0">
              <a:lnSpc>
                <a:spcPct val="100000"/>
              </a:lnSpc>
            </a:pPr>
            <a:r>
              <a:rPr lang="ko-KR" altLang="en-US" dirty="0"/>
              <a:t>마스터 제목 스타일 편집</a:t>
            </a:r>
          </a:p>
        </p:txBody>
      </p:sp>
    </p:spTree>
    <p:extLst>
      <p:ext uri="{BB962C8B-B14F-4D97-AF65-F5344CB8AC3E}">
        <p14:creationId xmlns:p14="http://schemas.microsoft.com/office/powerpoint/2010/main" val="3283732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Tree>
    <p:extLst>
      <p:ext uri="{BB962C8B-B14F-4D97-AF65-F5344CB8AC3E}">
        <p14:creationId xmlns:p14="http://schemas.microsoft.com/office/powerpoint/2010/main" val="30804766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7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8" name="TextBox 7">
            <a:extLst>
              <a:ext uri="{FF2B5EF4-FFF2-40B4-BE49-F238E27FC236}">
                <a16:creationId xmlns:a16="http://schemas.microsoft.com/office/drawing/2014/main" id="{5409B65E-9738-1B6A-2AF5-1B0B23A90293}"/>
              </a:ext>
            </a:extLst>
          </p:cNvPr>
          <p:cNvSpPr txBox="1"/>
          <p:nvPr userDrawn="1"/>
        </p:nvSpPr>
        <p:spPr>
          <a:xfrm>
            <a:off x="10657606" y="135924"/>
            <a:ext cx="1534394"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1. AI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개념 및</a:t>
            </a: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기술 이해</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2" name="슬라이드 번호 개체 틀 5">
            <a:extLst>
              <a:ext uri="{FF2B5EF4-FFF2-40B4-BE49-F238E27FC236}">
                <a16:creationId xmlns:a16="http://schemas.microsoft.com/office/drawing/2014/main" id="{7552426C-BEE3-A46E-36B9-C445D9348E36}"/>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13589784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2" name="TextBox 1">
            <a:extLst>
              <a:ext uri="{FF2B5EF4-FFF2-40B4-BE49-F238E27FC236}">
                <a16:creationId xmlns:a16="http://schemas.microsoft.com/office/drawing/2014/main" id="{121C7321-DF29-1109-848C-A21A0DC7D31E}"/>
              </a:ext>
            </a:extLst>
          </p:cNvPr>
          <p:cNvSpPr txBox="1"/>
          <p:nvPr userDrawn="1"/>
        </p:nvSpPr>
        <p:spPr>
          <a:xfrm>
            <a:off x="11417429" y="135924"/>
            <a:ext cx="774571"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2.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웹 이해</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6" name="슬라이드 번호 개체 틀 5">
            <a:extLst>
              <a:ext uri="{FF2B5EF4-FFF2-40B4-BE49-F238E27FC236}">
                <a16:creationId xmlns:a16="http://schemas.microsoft.com/office/drawing/2014/main" id="{A3E2C145-D797-52B7-00DE-0445B9EBDAEF}"/>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88342545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2" name="TextBox 1">
            <a:extLst>
              <a:ext uri="{FF2B5EF4-FFF2-40B4-BE49-F238E27FC236}">
                <a16:creationId xmlns:a16="http://schemas.microsoft.com/office/drawing/2014/main" id="{DEA01D1C-6451-4B0B-BA7E-D6E2A2EDAB82}"/>
              </a:ext>
            </a:extLst>
          </p:cNvPr>
          <p:cNvSpPr txBox="1"/>
          <p:nvPr userDrawn="1"/>
        </p:nvSpPr>
        <p:spPr>
          <a:xfrm>
            <a:off x="10587072" y="135924"/>
            <a:ext cx="1604928"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3.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바이브코딩 환경 구축</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6" name="슬라이드 번호 개체 틀 5">
            <a:extLst>
              <a:ext uri="{FF2B5EF4-FFF2-40B4-BE49-F238E27FC236}">
                <a16:creationId xmlns:a16="http://schemas.microsoft.com/office/drawing/2014/main" id="{9B2C8184-B79C-57CC-6EA9-2F2C217A53BA}"/>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12380838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1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2" name="TextBox 1">
            <a:extLst>
              <a:ext uri="{FF2B5EF4-FFF2-40B4-BE49-F238E27FC236}">
                <a16:creationId xmlns:a16="http://schemas.microsoft.com/office/drawing/2014/main" id="{DEA01D1C-6451-4B0B-BA7E-D6E2A2EDAB82}"/>
              </a:ext>
            </a:extLst>
          </p:cNvPr>
          <p:cNvSpPr txBox="1"/>
          <p:nvPr userDrawn="1"/>
        </p:nvSpPr>
        <p:spPr>
          <a:xfrm>
            <a:off x="11151330" y="135924"/>
            <a:ext cx="1040670"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4.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파이썬 기초</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6" name="슬라이드 번호 개체 틀 5">
            <a:extLst>
              <a:ext uri="{FF2B5EF4-FFF2-40B4-BE49-F238E27FC236}">
                <a16:creationId xmlns:a16="http://schemas.microsoft.com/office/drawing/2014/main" id="{9B2C8184-B79C-57CC-6EA9-2F2C217A53BA}"/>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27609473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2" name="TextBox 1">
            <a:extLst>
              <a:ext uri="{FF2B5EF4-FFF2-40B4-BE49-F238E27FC236}">
                <a16:creationId xmlns:a16="http://schemas.microsoft.com/office/drawing/2014/main" id="{3452AF80-98E5-00C1-3D29-3B8B2DD8A977}"/>
              </a:ext>
            </a:extLst>
          </p:cNvPr>
          <p:cNvSpPr txBox="1"/>
          <p:nvPr userDrawn="1"/>
        </p:nvSpPr>
        <p:spPr>
          <a:xfrm>
            <a:off x="10421964" y="135924"/>
            <a:ext cx="1770036"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5.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바이브코딩 기반 앱 개발</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6" name="슬라이드 번호 개체 틀 5">
            <a:extLst>
              <a:ext uri="{FF2B5EF4-FFF2-40B4-BE49-F238E27FC236}">
                <a16:creationId xmlns:a16="http://schemas.microsoft.com/office/drawing/2014/main" id="{A6A91D89-397A-E068-6BE5-BD9B20D54C5E}"/>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11333964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2" name="TextBox 1">
            <a:extLst>
              <a:ext uri="{FF2B5EF4-FFF2-40B4-BE49-F238E27FC236}">
                <a16:creationId xmlns:a16="http://schemas.microsoft.com/office/drawing/2014/main" id="{C81419ED-A9B4-9A42-11D4-4FB0E5EAA280}"/>
              </a:ext>
            </a:extLst>
          </p:cNvPr>
          <p:cNvSpPr txBox="1"/>
          <p:nvPr userDrawn="1"/>
        </p:nvSpPr>
        <p:spPr>
          <a:xfrm>
            <a:off x="10421964" y="135924"/>
            <a:ext cx="1770036"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6.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바이브코딩 기반 웹 개발</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6" name="슬라이드 번호 개체 틀 5">
            <a:extLst>
              <a:ext uri="{FF2B5EF4-FFF2-40B4-BE49-F238E27FC236}">
                <a16:creationId xmlns:a16="http://schemas.microsoft.com/office/drawing/2014/main" id="{1D72AB4E-5251-9CAB-E1AF-88A45EB47B38}"/>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12596072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2" name="TextBox 1">
            <a:extLst>
              <a:ext uri="{FF2B5EF4-FFF2-40B4-BE49-F238E27FC236}">
                <a16:creationId xmlns:a16="http://schemas.microsoft.com/office/drawing/2014/main" id="{582EA657-5168-5360-B9A4-7EDE91C6AE11}"/>
              </a:ext>
            </a:extLst>
          </p:cNvPr>
          <p:cNvSpPr txBox="1"/>
          <p:nvPr userDrawn="1"/>
        </p:nvSpPr>
        <p:spPr>
          <a:xfrm>
            <a:off x="10587072" y="135924"/>
            <a:ext cx="1604928"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7.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바이브코딩 스킬 활용</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6" name="슬라이드 번호 개체 틀 5">
            <a:extLst>
              <a:ext uri="{FF2B5EF4-FFF2-40B4-BE49-F238E27FC236}">
                <a16:creationId xmlns:a16="http://schemas.microsoft.com/office/drawing/2014/main" id="{FC7CBEF7-0482-7E1B-44B5-2B05B029F355}"/>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39116297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2" name="TextBox 1">
            <a:extLst>
              <a:ext uri="{FF2B5EF4-FFF2-40B4-BE49-F238E27FC236}">
                <a16:creationId xmlns:a16="http://schemas.microsoft.com/office/drawing/2014/main" id="{582EA657-5168-5360-B9A4-7EDE91C6AE11}"/>
              </a:ext>
            </a:extLst>
          </p:cNvPr>
          <p:cNvSpPr txBox="1"/>
          <p:nvPr userDrawn="1"/>
        </p:nvSpPr>
        <p:spPr>
          <a:xfrm>
            <a:off x="10845156" y="135924"/>
            <a:ext cx="1346844"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8. LangChain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이해</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6" name="슬라이드 번호 개체 틀 5">
            <a:extLst>
              <a:ext uri="{FF2B5EF4-FFF2-40B4-BE49-F238E27FC236}">
                <a16:creationId xmlns:a16="http://schemas.microsoft.com/office/drawing/2014/main" id="{803FE19F-3A69-62BD-E546-7C8F3141C0FB}"/>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35018786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9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8" name="TextBox 7">
            <a:extLst>
              <a:ext uri="{FF2B5EF4-FFF2-40B4-BE49-F238E27FC236}">
                <a16:creationId xmlns:a16="http://schemas.microsoft.com/office/drawing/2014/main" id="{C3731146-72F7-AC4E-9825-F03D5E71BDC2}"/>
              </a:ext>
            </a:extLst>
          </p:cNvPr>
          <p:cNvSpPr txBox="1"/>
          <p:nvPr userDrawn="1"/>
        </p:nvSpPr>
        <p:spPr>
          <a:xfrm>
            <a:off x="10999878" y="135924"/>
            <a:ext cx="1192122"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9. RAG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코드리뷰</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2" name="슬라이드 번호 개체 틀 5">
            <a:extLst>
              <a:ext uri="{FF2B5EF4-FFF2-40B4-BE49-F238E27FC236}">
                <a16:creationId xmlns:a16="http://schemas.microsoft.com/office/drawing/2014/main" id="{40AB63B1-ECED-A82E-0791-A3F087C35E83}"/>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17987008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6" name="TextBox 5">
            <a:extLst>
              <a:ext uri="{FF2B5EF4-FFF2-40B4-BE49-F238E27FC236}">
                <a16:creationId xmlns:a16="http://schemas.microsoft.com/office/drawing/2014/main" id="{5B866917-3E30-27FD-D690-5451145D92B5}"/>
              </a:ext>
            </a:extLst>
          </p:cNvPr>
          <p:cNvSpPr txBox="1"/>
          <p:nvPr userDrawn="1"/>
        </p:nvSpPr>
        <p:spPr>
          <a:xfrm>
            <a:off x="11177812" y="135924"/>
            <a:ext cx="1014188"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10. RAG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구현</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2" name="슬라이드 번호 개체 틀 5">
            <a:extLst>
              <a:ext uri="{FF2B5EF4-FFF2-40B4-BE49-F238E27FC236}">
                <a16:creationId xmlns:a16="http://schemas.microsoft.com/office/drawing/2014/main" id="{2C187AB0-B806-509D-7169-4BA0A8AC0E64}"/>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23884709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6" name="TextBox 5">
            <a:extLst>
              <a:ext uri="{FF2B5EF4-FFF2-40B4-BE49-F238E27FC236}">
                <a16:creationId xmlns:a16="http://schemas.microsoft.com/office/drawing/2014/main" id="{5B866917-3E30-27FD-D690-5451145D92B5}"/>
              </a:ext>
            </a:extLst>
          </p:cNvPr>
          <p:cNvSpPr txBox="1"/>
          <p:nvPr userDrawn="1"/>
        </p:nvSpPr>
        <p:spPr>
          <a:xfrm>
            <a:off x="11093558" y="135924"/>
            <a:ext cx="1098442"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11. Agent</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개요</a:t>
            </a:r>
            <a:endParaRPr lang="ko-KR" altLang="en-US" sz="1200" spc="-50" baseline="0" dirty="0">
              <a:solidFill>
                <a:srgbClr val="00143F"/>
              </a:solidFill>
              <a:latin typeface="나눔스퀘어 Bold" panose="020B0600000101010101" pitchFamily="50" charset="-127"/>
              <a:ea typeface="나눔스퀘어 Bold" panose="020B0600000101010101" pitchFamily="50" charset="-127"/>
            </a:endParaRPr>
          </a:p>
        </p:txBody>
      </p:sp>
      <p:sp>
        <p:nvSpPr>
          <p:cNvPr id="2" name="슬라이드 번호 개체 틀 5">
            <a:extLst>
              <a:ext uri="{FF2B5EF4-FFF2-40B4-BE49-F238E27FC236}">
                <a16:creationId xmlns:a16="http://schemas.microsoft.com/office/drawing/2014/main" id="{2C187AB0-B806-509D-7169-4BA0A8AC0E64}"/>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399907002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6" name="TextBox 5">
            <a:extLst>
              <a:ext uri="{FF2B5EF4-FFF2-40B4-BE49-F238E27FC236}">
                <a16:creationId xmlns:a16="http://schemas.microsoft.com/office/drawing/2014/main" id="{5B866917-3E30-27FD-D690-5451145D92B5}"/>
              </a:ext>
            </a:extLst>
          </p:cNvPr>
          <p:cNvSpPr txBox="1"/>
          <p:nvPr userDrawn="1"/>
        </p:nvSpPr>
        <p:spPr>
          <a:xfrm>
            <a:off x="11030143" y="135924"/>
            <a:ext cx="1161857"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12. LangGraph</a:t>
            </a:r>
          </a:p>
        </p:txBody>
      </p:sp>
      <p:sp>
        <p:nvSpPr>
          <p:cNvPr id="2" name="슬라이드 번호 개체 틀 5">
            <a:extLst>
              <a:ext uri="{FF2B5EF4-FFF2-40B4-BE49-F238E27FC236}">
                <a16:creationId xmlns:a16="http://schemas.microsoft.com/office/drawing/2014/main" id="{2C187AB0-B806-509D-7169-4BA0A8AC0E64}"/>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294484245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6" name="TextBox 5">
            <a:extLst>
              <a:ext uri="{FF2B5EF4-FFF2-40B4-BE49-F238E27FC236}">
                <a16:creationId xmlns:a16="http://schemas.microsoft.com/office/drawing/2014/main" id="{5B866917-3E30-27FD-D690-5451145D92B5}"/>
              </a:ext>
            </a:extLst>
          </p:cNvPr>
          <p:cNvSpPr txBox="1"/>
          <p:nvPr userDrawn="1"/>
        </p:nvSpPr>
        <p:spPr>
          <a:xfrm>
            <a:off x="10397919" y="135924"/>
            <a:ext cx="1794081"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13. </a:t>
            </a:r>
            <a:r>
              <a:rPr lang="ko-KR" altLang="en-US" sz="1200" b="1" i="0" u="none" strike="noStrike" spc="-50" baseline="0" dirty="0" err="1">
                <a:solidFill>
                  <a:srgbClr val="00143F"/>
                </a:solidFill>
                <a:effectLst/>
                <a:latin typeface="나눔스퀘어 Bold" panose="020B0600000101010101" pitchFamily="50" charset="-127"/>
                <a:ea typeface="나눔스퀘어 Bold" panose="020B0600000101010101" pitchFamily="50" charset="-127"/>
              </a:rPr>
              <a:t>하네스엔지니어링</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 개요</a:t>
            </a:r>
          </a:p>
        </p:txBody>
      </p:sp>
      <p:sp>
        <p:nvSpPr>
          <p:cNvPr id="2" name="슬라이드 번호 개체 틀 5">
            <a:extLst>
              <a:ext uri="{FF2B5EF4-FFF2-40B4-BE49-F238E27FC236}">
                <a16:creationId xmlns:a16="http://schemas.microsoft.com/office/drawing/2014/main" id="{2C187AB0-B806-509D-7169-4BA0A8AC0E64}"/>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24894282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6_사용자 지정 레이아웃">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A313E9C-03BF-8F2E-4E48-B925F9EFC825}"/>
              </a:ext>
            </a:extLst>
          </p:cNvPr>
          <p:cNvSpPr/>
          <p:nvPr/>
        </p:nvSpPr>
        <p:spPr>
          <a:xfrm rot="10800000" flipH="1">
            <a:off x="0" y="3"/>
            <a:ext cx="12192002" cy="90488"/>
          </a:xfrm>
          <a:prstGeom prst="rect">
            <a:avLst/>
          </a:prstGeom>
          <a:solidFill>
            <a:srgbClr val="4C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4" name="직사각형 3">
            <a:extLst>
              <a:ext uri="{FF2B5EF4-FFF2-40B4-BE49-F238E27FC236}">
                <a16:creationId xmlns:a16="http://schemas.microsoft.com/office/drawing/2014/main" id="{6E6D9895-8706-7DB9-406D-6EDB9DBF41D6}"/>
              </a:ext>
            </a:extLst>
          </p:cNvPr>
          <p:cNvSpPr/>
          <p:nvPr/>
        </p:nvSpPr>
        <p:spPr>
          <a:xfrm rot="10800000" flipH="1">
            <a:off x="6096001" y="2"/>
            <a:ext cx="6095997" cy="90488"/>
          </a:xfrm>
          <a:prstGeom prst="rect">
            <a:avLst/>
          </a:prstGeom>
          <a:solidFill>
            <a:srgbClr val="266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5" name="직사각형 4">
            <a:extLst>
              <a:ext uri="{FF2B5EF4-FFF2-40B4-BE49-F238E27FC236}">
                <a16:creationId xmlns:a16="http://schemas.microsoft.com/office/drawing/2014/main" id="{CEC40119-40AB-A262-0914-1F1235B15DD7}"/>
              </a:ext>
            </a:extLst>
          </p:cNvPr>
          <p:cNvSpPr/>
          <p:nvPr/>
        </p:nvSpPr>
        <p:spPr>
          <a:xfrm rot="10800000" flipH="1">
            <a:off x="9245598" y="2"/>
            <a:ext cx="2946400" cy="90488"/>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나눔스퀘어 Bold" panose="020B0600000101010101" pitchFamily="50" charset="-127"/>
              <a:ea typeface="나눔스퀘어 Bold" panose="020B0600000101010101" pitchFamily="50" charset="-127"/>
            </a:endParaRPr>
          </a:p>
        </p:txBody>
      </p:sp>
      <p:sp>
        <p:nvSpPr>
          <p:cNvPr id="7" name="제목 개체 틀 1">
            <a:extLst>
              <a:ext uri="{FF2B5EF4-FFF2-40B4-BE49-F238E27FC236}">
                <a16:creationId xmlns:a16="http://schemas.microsoft.com/office/drawing/2014/main" id="{FFFA99BA-9D1F-5C51-9DEE-77478027429C}"/>
              </a:ext>
            </a:extLst>
          </p:cNvPr>
          <p:cNvSpPr>
            <a:spLocks noGrp="1"/>
          </p:cNvSpPr>
          <p:nvPr userDrawn="1">
            <p:ph type="title"/>
          </p:nvPr>
        </p:nvSpPr>
        <p:spPr>
          <a:xfrm>
            <a:off x="228819" y="320989"/>
            <a:ext cx="11220646" cy="443198"/>
          </a:xfrm>
          <a:prstGeom prst="rect">
            <a:avLst/>
          </a:prstGeom>
          <a:noFill/>
        </p:spPr>
        <p:txBody>
          <a:bodyPr wrap="square" lIns="0" tIns="0" rIns="0" bIns="0" rtlCol="0" anchor="ctr">
            <a:spAutoFit/>
          </a:bodyPr>
          <a:lstStyle>
            <a:lvl1pPr>
              <a:defRPr lang="ko-KR" altLang="en-US" sz="3200" kern="0">
                <a:solidFill>
                  <a:srgbClr val="00143F"/>
                </a:solidFill>
                <a:latin typeface="나눔스퀘어 ExtraBold" panose="020B0600000101010101" pitchFamily="50" charset="-127"/>
                <a:ea typeface="나눔스퀘어 ExtraBold" panose="020B0600000101010101" pitchFamily="50" charset="-127"/>
                <a:cs typeface="Pretendard SemiBold" panose="02000703000000020004" pitchFamily="50" charset="-127"/>
              </a:defRPr>
            </a:lvl1pPr>
          </a:lstStyle>
          <a:p>
            <a:pPr marL="0" lvl="0"/>
            <a:r>
              <a:rPr lang="ko-KR" altLang="en-US" dirty="0"/>
              <a:t>마스터 제목 스타일 편집</a:t>
            </a:r>
          </a:p>
        </p:txBody>
      </p:sp>
      <p:sp>
        <p:nvSpPr>
          <p:cNvPr id="6" name="TextBox 5">
            <a:extLst>
              <a:ext uri="{FF2B5EF4-FFF2-40B4-BE49-F238E27FC236}">
                <a16:creationId xmlns:a16="http://schemas.microsoft.com/office/drawing/2014/main" id="{5B866917-3E30-27FD-D690-5451145D92B5}"/>
              </a:ext>
            </a:extLst>
          </p:cNvPr>
          <p:cNvSpPr txBox="1"/>
          <p:nvPr userDrawn="1"/>
        </p:nvSpPr>
        <p:spPr>
          <a:xfrm>
            <a:off x="11228275" y="135924"/>
            <a:ext cx="963725" cy="276999"/>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14. </a:t>
            </a:r>
            <a:r>
              <a:rPr lang="ko-KR" altLang="en-US" sz="1200" b="1" i="0" u="none" strike="noStrike" spc="-50" baseline="0" dirty="0">
                <a:solidFill>
                  <a:srgbClr val="00143F"/>
                </a:solidFill>
                <a:effectLst/>
                <a:latin typeface="나눔스퀘어 Bold" panose="020B0600000101010101" pitchFamily="50" charset="-127"/>
                <a:ea typeface="나눔스퀘어 Bold" panose="020B0600000101010101" pitchFamily="50" charset="-127"/>
              </a:rPr>
              <a:t>과제수행</a:t>
            </a:r>
          </a:p>
        </p:txBody>
      </p:sp>
      <p:sp>
        <p:nvSpPr>
          <p:cNvPr id="2" name="슬라이드 번호 개체 틀 5">
            <a:extLst>
              <a:ext uri="{FF2B5EF4-FFF2-40B4-BE49-F238E27FC236}">
                <a16:creationId xmlns:a16="http://schemas.microsoft.com/office/drawing/2014/main" id="{2C187AB0-B806-509D-7169-4BA0A8AC0E64}"/>
              </a:ext>
            </a:extLst>
          </p:cNvPr>
          <p:cNvSpPr>
            <a:spLocks noGrp="1"/>
          </p:cNvSpPr>
          <p:nvPr>
            <p:ph type="sldNum" sz="quarter" idx="4"/>
          </p:nvPr>
        </p:nvSpPr>
        <p:spPr>
          <a:xfrm>
            <a:off x="11646242" y="6492875"/>
            <a:ext cx="545757" cy="365125"/>
          </a:xfrm>
          <a:prstGeom prst="rect">
            <a:avLst/>
          </a:prstGeom>
        </p:spPr>
        <p:txBody>
          <a:bodyPr vert="horz" lIns="91440" tIns="45720" rIns="91440" bIns="45720" rtlCol="0" anchor="ctr"/>
          <a:lstStyle>
            <a:lvl1pPr algn="r">
              <a:defRPr sz="1200" spc="-150">
                <a:solidFill>
                  <a:schemeClr val="tx1">
                    <a:tint val="82000"/>
                  </a:schemeClr>
                </a:solidFill>
                <a:latin typeface="나눔스퀘어" panose="020B0600000101010101" pitchFamily="50" charset="-127"/>
                <a:ea typeface="나눔스퀘어" panose="020B0600000101010101" pitchFamily="50" charset="-127"/>
              </a:defRPr>
            </a:lvl1pPr>
          </a:lstStyle>
          <a:p>
            <a:fld id="{9B39AC2E-0BC5-4C4B-9DA4-EF26BB28E670}" type="slidenum">
              <a:rPr lang="ko-KR" altLang="en-US" smtClean="0"/>
              <a:pPr/>
              <a:t>‹#›</a:t>
            </a:fld>
            <a:endParaRPr lang="ko-KR" altLang="en-US" spc="-150" dirty="0"/>
          </a:p>
        </p:txBody>
      </p:sp>
    </p:spTree>
    <p:extLst>
      <p:ext uri="{BB962C8B-B14F-4D97-AF65-F5344CB8AC3E}">
        <p14:creationId xmlns:p14="http://schemas.microsoft.com/office/powerpoint/2010/main" val="42014477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57761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공백">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ko-KR" altLang="en-US" noProof="0">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68794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0D05D0EC-9124-8E2B-B62F-CECEFC6651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a:extLst>
              <a:ext uri="{FF2B5EF4-FFF2-40B4-BE49-F238E27FC236}">
                <a16:creationId xmlns:a16="http://schemas.microsoft.com/office/drawing/2014/main" id="{00EE6CFE-3345-681E-87C9-130DF4CC99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날짜 개체 틀 3">
            <a:extLst>
              <a:ext uri="{FF2B5EF4-FFF2-40B4-BE49-F238E27FC236}">
                <a16:creationId xmlns:a16="http://schemas.microsoft.com/office/drawing/2014/main" id="{45EFB1F0-DFE0-429D-C395-0B2ECFFD3B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나눔스퀘어 Bold" panose="020B0600000101010101" pitchFamily="50" charset="-127"/>
                <a:ea typeface="나눔스퀘어 Bold" panose="020B0600000101010101" pitchFamily="50" charset="-127"/>
              </a:defRPr>
            </a:lvl1pPr>
          </a:lstStyle>
          <a:p>
            <a:endParaRPr lang="ko-KR" altLang="en-US" dirty="0"/>
          </a:p>
        </p:txBody>
      </p:sp>
      <p:sp>
        <p:nvSpPr>
          <p:cNvPr id="5" name="바닥글 개체 틀 4">
            <a:extLst>
              <a:ext uri="{FF2B5EF4-FFF2-40B4-BE49-F238E27FC236}">
                <a16:creationId xmlns:a16="http://schemas.microsoft.com/office/drawing/2014/main" id="{BABDC94E-080A-AD3E-B6F2-2EF5E6CDB3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나눔스퀘어 Bold" panose="020B0600000101010101" pitchFamily="50" charset="-127"/>
                <a:ea typeface="나눔스퀘어 Bold" panose="020B0600000101010101" pitchFamily="50" charset="-127"/>
              </a:defRPr>
            </a:lvl1pPr>
          </a:lstStyle>
          <a:p>
            <a:endParaRPr lang="ko-KR" altLang="en-US" dirty="0"/>
          </a:p>
        </p:txBody>
      </p:sp>
      <p:sp>
        <p:nvSpPr>
          <p:cNvPr id="6" name="슬라이드 번호 개체 틀 5">
            <a:extLst>
              <a:ext uri="{FF2B5EF4-FFF2-40B4-BE49-F238E27FC236}">
                <a16:creationId xmlns:a16="http://schemas.microsoft.com/office/drawing/2014/main" id="{ADAA49E1-BF42-0DF3-7D7D-5C9D4A9C9F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나눔스퀘어 Bold" panose="020B0600000101010101" pitchFamily="50" charset="-127"/>
                <a:ea typeface="나눔스퀘어 Bold" panose="020B0600000101010101" pitchFamily="50" charset="-127"/>
              </a:defRPr>
            </a:lvl1pPr>
          </a:lstStyle>
          <a:p>
            <a:fld id="{9B39AC2E-0BC5-4C4B-9DA4-EF26BB28E670}" type="slidenum">
              <a:rPr lang="ko-KR" altLang="en-US" smtClean="0"/>
              <a:pPr/>
              <a:t>‹#›</a:t>
            </a:fld>
            <a:endParaRPr lang="ko-KR" altLang="en-US" dirty="0"/>
          </a:p>
        </p:txBody>
      </p:sp>
    </p:spTree>
    <p:extLst>
      <p:ext uri="{BB962C8B-B14F-4D97-AF65-F5344CB8AC3E}">
        <p14:creationId xmlns:p14="http://schemas.microsoft.com/office/powerpoint/2010/main" val="1502693801"/>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732" r:id="rId18"/>
    <p:sldLayoutId id="2147483733" r:id="rId19"/>
  </p:sldLayoutIdLst>
  <p:hf hdr="0" ftr="0" dt="0"/>
  <p:txStyles>
    <p:titleStyle>
      <a:lvl1pPr algn="l" defTabSz="914400" rtl="0" eaLnBrk="1" latinLnBrk="1" hangingPunct="1">
        <a:lnSpc>
          <a:spcPct val="90000"/>
        </a:lnSpc>
        <a:spcBef>
          <a:spcPct val="0"/>
        </a:spcBef>
        <a:buNone/>
        <a:defRPr sz="4400" kern="1200">
          <a:solidFill>
            <a:schemeClr val="tx1"/>
          </a:solidFill>
          <a:latin typeface="나눔스퀘어 Bold" panose="020B0600000101010101" pitchFamily="50" charset="-127"/>
          <a:ea typeface="나눔스퀘어 Bold" panose="020B0600000101010101" pitchFamily="50" charset="-127"/>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나눔스퀘어 Bold" panose="020B0600000101010101" pitchFamily="50" charset="-127"/>
          <a:ea typeface="나눔스퀘어 Bold"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나눔스퀘어 Bold" panose="020B0600000101010101" pitchFamily="50" charset="-127"/>
          <a:ea typeface="나눔스퀘어 Bold" panose="020B0600000101010101" pitchFamily="50"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나눔스퀘어 Bold" panose="020B0600000101010101" pitchFamily="50" charset="-127"/>
          <a:ea typeface="나눔스퀘어 Bold" panose="020B0600000101010101" pitchFamily="50"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나눔스퀘어 Bold" panose="020B0600000101010101" pitchFamily="50" charset="-127"/>
          <a:ea typeface="나눔스퀘어 Bold" panose="020B0600000101010101" pitchFamily="50"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나눔스퀘어 Bold" panose="020B0600000101010101" pitchFamily="50" charset="-127"/>
          <a:ea typeface="나눔스퀘어 Bold" panose="020B0600000101010101"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96D94-5601-3E2E-44A2-01283FA2E961}"/>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14999379-FC81-D668-CAE7-1902DDF7D5DF}"/>
              </a:ext>
            </a:extLst>
          </p:cNvPr>
          <p:cNvSpPr>
            <a:spLocks noGrp="1"/>
          </p:cNvSpPr>
          <p:nvPr>
            <p:ph type="title"/>
          </p:nvPr>
        </p:nvSpPr>
        <p:spPr/>
        <p:txBody>
          <a:bodyPr>
            <a:normAutofit/>
          </a:bodyPr>
          <a:lstStyle/>
          <a:p>
            <a:r>
              <a:rPr lang="ko-KR" altLang="en-US" sz="3200" b="0" dirty="0">
                <a:solidFill>
                  <a:prstClr val="black"/>
                </a:solidFill>
                <a:latin typeface="HY견고딕" panose="02030600000101010101" pitchFamily="18" charset="-127"/>
                <a:ea typeface="HY견고딕" panose="02030600000101010101" pitchFamily="18" charset="-127"/>
              </a:rPr>
              <a:t>과제 </a:t>
            </a:r>
            <a:r>
              <a:rPr lang="en-US" altLang="ko-KR" sz="3200" b="0" dirty="0">
                <a:solidFill>
                  <a:prstClr val="black"/>
                </a:solidFill>
                <a:latin typeface="HY견고딕" panose="02030600000101010101" pitchFamily="18" charset="-127"/>
                <a:ea typeface="HY견고딕" panose="02030600000101010101" pitchFamily="18" charset="-127"/>
              </a:rPr>
              <a:t>4: </a:t>
            </a:r>
            <a:r>
              <a:rPr lang="ko-KR" altLang="en-US" dirty="0">
                <a:solidFill>
                  <a:prstClr val="black"/>
                </a:solidFill>
                <a:latin typeface="HY견고딕" panose="02030600000101010101" pitchFamily="18" charset="-127"/>
                <a:ea typeface="HY견고딕" panose="02030600000101010101" pitchFamily="18" charset="-127"/>
              </a:rPr>
              <a:t>고객 리뷰 분석 및 대응전략 </a:t>
            </a:r>
            <a:r>
              <a:rPr lang="en-US" altLang="ko-KR" sz="3200" b="0" dirty="0">
                <a:solidFill>
                  <a:prstClr val="black"/>
                </a:solidFill>
                <a:latin typeface="HY견고딕" panose="02030600000101010101" pitchFamily="18" charset="-127"/>
                <a:ea typeface="HY견고딕" panose="02030600000101010101" pitchFamily="18" charset="-127"/>
              </a:rPr>
              <a:t>Agent</a:t>
            </a:r>
            <a:endParaRPr lang="ko-KR" altLang="en-US" sz="3200" dirty="0">
              <a:solidFill>
                <a:srgbClr val="000000"/>
              </a:solidFill>
              <a:latin typeface="HY견고딕" panose="02030600000101010101" pitchFamily="18" charset="-127"/>
              <a:ea typeface="HY견고딕" panose="02030600000101010101" pitchFamily="18" charset="-127"/>
            </a:endParaRPr>
          </a:p>
        </p:txBody>
      </p:sp>
      <p:sp>
        <p:nvSpPr>
          <p:cNvPr id="55" name="슬라이드 번호 개체 틀 2">
            <a:extLst>
              <a:ext uri="{FF2B5EF4-FFF2-40B4-BE49-F238E27FC236}">
                <a16:creationId xmlns:a16="http://schemas.microsoft.com/office/drawing/2014/main" id="{BA269F78-989A-8DF8-11EE-6940ACB33AF7}"/>
              </a:ext>
            </a:extLst>
          </p:cNvPr>
          <p:cNvSpPr>
            <a:spLocks noGrp="1"/>
          </p:cNvSpPr>
          <p:nvPr>
            <p:ph type="sldNum" sz="quarter" idx="4"/>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03DC2DEF-D2FE-4B45-ABA4-9F153FD1C98A}" type="slidenum">
              <a:rPr kumimoji="0" lang="en-US" altLang="ko-KR" sz="1200" b="0" i="0" u="none" strike="noStrike" kern="1200" cap="none" spc="0" normalizeH="0" baseline="0" noProof="0" smtClean="0">
                <a:ln>
                  <a:noFill/>
                </a:ln>
                <a:solidFill>
                  <a:prstClr val="white"/>
                </a:solidFill>
                <a:effectLst/>
                <a:uLnTx/>
                <a:uFillTx/>
                <a:latin typeface="맑은 고딕" panose="020B0503020000020004" pitchFamily="50" charset="-127"/>
                <a:ea typeface="맑은 고딕" panose="020B0503020000020004" pitchFamily="50" charset="-127"/>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ko-KR" altLang="en-US" sz="1200" b="0" i="0" u="none" strike="noStrike" kern="1200" cap="none" spc="0" normalizeH="0" baseline="0" noProof="0" dirty="0">
              <a:ln>
                <a:noFill/>
              </a:ln>
              <a:solidFill>
                <a:prstClr val="white"/>
              </a:solidFill>
              <a:effectLst/>
              <a:uLnTx/>
              <a:uFillTx/>
              <a:latin typeface="맑은 고딕" panose="020B0503020000020004" pitchFamily="50" charset="-127"/>
              <a:ea typeface="맑은 고딕" panose="020B0503020000020004" pitchFamily="50" charset="-127"/>
              <a:cs typeface="+mn-cs"/>
            </a:endParaRPr>
          </a:p>
        </p:txBody>
      </p:sp>
      <p:sp>
        <p:nvSpPr>
          <p:cNvPr id="7" name="직사각형 6">
            <a:extLst>
              <a:ext uri="{FF2B5EF4-FFF2-40B4-BE49-F238E27FC236}">
                <a16:creationId xmlns:a16="http://schemas.microsoft.com/office/drawing/2014/main" id="{BE4C0893-351F-A597-BD73-F8AFD66B8143}"/>
              </a:ext>
            </a:extLst>
          </p:cNvPr>
          <p:cNvSpPr/>
          <p:nvPr/>
        </p:nvSpPr>
        <p:spPr>
          <a:xfrm>
            <a:off x="287401" y="1029918"/>
            <a:ext cx="11604562" cy="323165"/>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200"/>
              </a:spcAft>
              <a:buClrTx/>
              <a:buSzTx/>
              <a:buFontTx/>
              <a:buNone/>
              <a:tabLst/>
              <a:defRPr/>
            </a:pPr>
            <a:r>
              <a:rPr kumimoji="0" lang="ko-KR" altLang="en-US" sz="1500" b="1" i="0" u="none" strike="noStrike" kern="1200" cap="none" spc="0" normalizeH="0" baseline="0" noProof="0" dirty="0">
                <a:ln>
                  <a:noFill/>
                </a:ln>
                <a:solidFill>
                  <a:prstClr val="black"/>
                </a:solidFill>
                <a:effectLst/>
                <a:uLnTx/>
                <a:uFillTx/>
                <a:latin typeface="맑은 고딕"/>
                <a:ea typeface="맑은 고딕"/>
                <a:cs typeface="+mn-cs"/>
              </a:rPr>
              <a:t>▶ 다음 비즈니스 상황 설명서를 읽고 </a:t>
            </a:r>
            <a:r>
              <a:rPr kumimoji="0" lang="en-US" altLang="ko-KR" sz="1500" b="1" i="0" u="none" strike="noStrike" kern="1200" cap="none" spc="0" normalizeH="0" baseline="0" noProof="0" dirty="0">
                <a:ln>
                  <a:noFill/>
                </a:ln>
                <a:solidFill>
                  <a:prstClr val="black"/>
                </a:solidFill>
                <a:effectLst/>
                <a:uLnTx/>
                <a:uFillTx/>
                <a:latin typeface="맑은 고딕"/>
                <a:ea typeface="맑은 고딕"/>
                <a:cs typeface="+mn-cs"/>
              </a:rPr>
              <a:t>→ </a:t>
            </a:r>
            <a:r>
              <a:rPr kumimoji="0" lang="ko-KR" altLang="en-US" sz="1500" b="1" i="0" u="none" strike="noStrike" kern="1200" cap="none" spc="0" normalizeH="0" baseline="0" noProof="0" dirty="0">
                <a:ln>
                  <a:noFill/>
                </a:ln>
                <a:solidFill>
                  <a:prstClr val="black"/>
                </a:solidFill>
                <a:effectLst/>
                <a:uLnTx/>
                <a:uFillTx/>
                <a:latin typeface="맑은 고딕"/>
                <a:ea typeface="맑은 고딕"/>
                <a:cs typeface="+mn-cs"/>
              </a:rPr>
              <a:t>과제 정의서</a:t>
            </a:r>
            <a:r>
              <a:rPr kumimoji="0" lang="en-US" altLang="ko-KR" sz="1500" b="1" i="0" u="none" strike="noStrike" kern="1200" cap="none" spc="0" normalizeH="0" baseline="0" noProof="0" dirty="0">
                <a:ln>
                  <a:noFill/>
                </a:ln>
                <a:solidFill>
                  <a:prstClr val="black"/>
                </a:solidFill>
                <a:effectLst/>
                <a:uLnTx/>
                <a:uFillTx/>
                <a:latin typeface="맑은 고딕"/>
                <a:ea typeface="맑은 고딕"/>
                <a:cs typeface="+mn-cs"/>
              </a:rPr>
              <a:t>, PRD, Prompts/Architecture/UI.md</a:t>
            </a:r>
            <a:r>
              <a:rPr kumimoji="0" lang="ko-KR" altLang="en-US" sz="1500" b="1" i="0" u="none" strike="noStrike" kern="1200" cap="none" spc="0" normalizeH="0" baseline="0" noProof="0" dirty="0">
                <a:ln>
                  <a:noFill/>
                </a:ln>
                <a:solidFill>
                  <a:prstClr val="black"/>
                </a:solidFill>
                <a:effectLst/>
                <a:uLnTx/>
                <a:uFillTx/>
                <a:latin typeface="맑은 고딕"/>
                <a:ea typeface="맑은 고딕"/>
                <a:cs typeface="+mn-cs"/>
              </a:rPr>
              <a:t>를 작성하고</a:t>
            </a:r>
            <a:r>
              <a:rPr kumimoji="0" lang="en-US" altLang="ko-KR" sz="1500" b="1" i="0" u="none" strike="noStrike" kern="1200" cap="none" spc="0" normalizeH="0" baseline="0" noProof="0" dirty="0">
                <a:ln>
                  <a:noFill/>
                </a:ln>
                <a:solidFill>
                  <a:prstClr val="black"/>
                </a:solidFill>
                <a:effectLst/>
                <a:uLnTx/>
                <a:uFillTx/>
                <a:latin typeface="맑은 고딕"/>
                <a:ea typeface="맑은 고딕"/>
                <a:cs typeface="+mn-cs"/>
              </a:rPr>
              <a:t>, Agent </a:t>
            </a:r>
            <a:r>
              <a:rPr kumimoji="0" lang="ko-KR" altLang="en-US" sz="1500" b="1" i="0" u="none" strike="noStrike" kern="1200" cap="none" spc="0" normalizeH="0" baseline="0" noProof="0" dirty="0">
                <a:ln>
                  <a:noFill/>
                </a:ln>
                <a:solidFill>
                  <a:prstClr val="black"/>
                </a:solidFill>
                <a:effectLst/>
                <a:uLnTx/>
                <a:uFillTx/>
                <a:latin typeface="맑은 고딕"/>
                <a:ea typeface="맑은 고딕"/>
                <a:cs typeface="+mn-cs"/>
              </a:rPr>
              <a:t>시스템을 구현하세요</a:t>
            </a:r>
            <a:r>
              <a:rPr kumimoji="0" lang="en-US" altLang="ko-KR" sz="1500" b="1" i="0" u="none" strike="noStrike" kern="1200" cap="none" spc="0" normalizeH="0" baseline="0" noProof="0" dirty="0">
                <a:ln>
                  <a:noFill/>
                </a:ln>
                <a:solidFill>
                  <a:prstClr val="black"/>
                </a:solidFill>
                <a:effectLst/>
                <a:uLnTx/>
                <a:uFillTx/>
                <a:latin typeface="맑은 고딕"/>
                <a:ea typeface="맑은 고딕"/>
                <a:cs typeface="+mn-cs"/>
              </a:rPr>
              <a:t>!!</a:t>
            </a:r>
            <a:endParaRPr kumimoji="0" lang="ko-KR" altLang="en-US" sz="1500" b="1" i="0" u="none" strike="noStrike" kern="1200" cap="none" spc="0" normalizeH="0" baseline="0" noProof="0" dirty="0">
              <a:ln>
                <a:noFill/>
              </a:ln>
              <a:solidFill>
                <a:prstClr val="black"/>
              </a:solidFill>
              <a:effectLst/>
              <a:uLnTx/>
              <a:uFillTx/>
              <a:latin typeface="맑은 고딕"/>
              <a:ea typeface="맑은 고딕"/>
              <a:cs typeface="+mn-cs"/>
            </a:endParaRPr>
          </a:p>
        </p:txBody>
      </p:sp>
      <p:sp>
        <p:nvSpPr>
          <p:cNvPr id="16" name="TextBox 15">
            <a:extLst>
              <a:ext uri="{FF2B5EF4-FFF2-40B4-BE49-F238E27FC236}">
                <a16:creationId xmlns:a16="http://schemas.microsoft.com/office/drawing/2014/main" id="{A3035457-EA48-1BC9-EA8A-4639169940B1}"/>
              </a:ext>
            </a:extLst>
          </p:cNvPr>
          <p:cNvSpPr txBox="1"/>
          <p:nvPr/>
        </p:nvSpPr>
        <p:spPr>
          <a:xfrm>
            <a:off x="371475" y="1556792"/>
            <a:ext cx="11557173" cy="507831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P기업은</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a:t>
            </a: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쿠팡을</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통해 다양한 생활용품과 전자제품을 판매하고 있다. 고객경험관리부서에서는 구매 고객이 남긴 리뷰를 분석하여 제품과 서비스에 대한 만족 수준을 파악하고, 불만에 적절하게 대응하고자 한다. 또한 반복적으로 나타나는 고객의 의견을 제품 품질과 운영 개선에 활용하여 고객만족도를 높이고자 한다.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현재 담당자는 고객 리뷰를 CSV 파일로 취합한 후 내용을 하나씩 읽고, 긍정적인 의견과 불만사항을 구분하여 정리하고 있다. 불만이 확인되면 관련 응대 원칙과 보상정책을 찾아 대응방안을 검토하고, 분석 결과를 별도의 보고서로 작성한다. 리뷰가 늘어날수록 분류와 정책 확인에 많은 시간이 소요되며, 같은 유형의 불만에도 담당자에 따라 분류와 대응방안이 달라질 수 있다.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고객의 리뷰에는 배송 지연, 제품 불량, 디자인이나 색상 차이, 사용상의 어려움, 가격 및 쿠폰, 고객상담과 관련된 다양한 의견이 포함되어 있다. 평점이 높더라도 일부 불편사항이 함께 작성될 수 있으므로 평점과 리뷰 내용을 함께 살펴볼 필요가 있다. 또한 누수나 충전 중 과열처럼 제품 안전 문제를 호소하는 내용은 담당자가 우선 확인할 수 있도록 구분해야 한다. 그러나 현재의 수작업 방식으로는 어떤 문제가 반복되고 있으며 무엇부터 대응해야 하는지 신속하게 파악하기 어렵다.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고객경험관리부서는 리뷰 ID, 작성일, 제품명, 평점, 리뷰 본문이 포함된 customer_reviews.csv 파일을 업로드하면, 담당자가 화면에서 데이터를 미리 확인하고 분석을 시작할 수 있기를 원한다. 리뷰를 </a:t>
            </a: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긍정·중립·부정으로</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분류하고, </a:t>
            </a: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배송·품질·디자인·사용성·가격·고객상담</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등의 이슈를 구분하여 고객의 반응을 종합적으로 파악하고자 한다. 분석 중에는 진행상태를 확인하고, 완료 후에는 이슈별 부정 리뷰 건수와 우선순위를 비교할 수 있어야 한다.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불만에 대한 대응방안은 </a:t>
            </a: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쿠팡</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판매 제품에 적용되는 응대 원칙과 보상정책을 반영한 사내 기준에 근거하여 마련하고자 한다. 시스템에 내장된 기준에서 해당 이슈와 관련된 내용을 찾아 고객에게 확인할 사항, 안내할 내용, </a:t>
            </a: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교환·환불이나</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보상 검토가 필요한 경우 등을 제시하고, 어떤 정책에 근거한 대응인지 함께 확인할 수 있기를 기대하고 있다. 구체적인 보상 금액과 적용 기간은 확인된 정책을 따르며, 리뷰만으로 적용 조건을 확인하기 어렵거나 관련 기준을 찾지 못한 경우에는 ‘검토 </a:t>
            </a: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필요’로</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구분해야 한다.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담당자는 분석 결과를 이슈 카테고리, 부정 리뷰 건수, 우선순위, 대응방안, 관련 정책 등의 항목으로 정리한 표로 확인하고자 한다. 개별 불만에 대한 응대와 함께, 반복되는 의견을 바탕으로 품질관리 강화, 사용 안내 개선, 배송 안내 보완, 상품정보 개선 등 제품과 서비스의 개선과제도 도출하기를 원한다. 이를 통해 고객의 불만을 처리하는 과정에서 발견한 문제를 관련 부서의 개선활동으로 연결하고자 한다.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분석 결과와 대응전략, </a:t>
            </a: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제품·서비스</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개선제안은 관련 부서와 공유할 수 있는 Word 보고서로 작성하고, 업무 화면에서 </a:t>
            </a: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내려받을</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수 있어야 한다. 고객응대 담당자는 보고서에 제시된 대응방안과 정책 근거를 검토하여 실제 고객 안내와 보상 여부를 결정하고, 관련 부서는 반복되는 이슈를 확인하여 개선 우선순위를 검토하게 된다.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이에 </a:t>
            </a: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P기업의</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고객경험관리부서는 </a:t>
            </a: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AI를</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활용하여 리뷰 분석, 응대 기준 적용, 대응전략 도출과 보고서 작성을 지원하는 체계를 마련하고자 한다. 이를 통해 반복적인 리뷰 정리와 정책 확인 부담을 줄이고, 담당자가 고객 대응과 </a:t>
            </a: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제품·서비스</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개선에 더 많은 시간을 사용할 수 있도록 하고자 한다.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P기업은</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위의 상황을 고려하여 다음의 목적을 달성하고자 한다.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업로드한 고객 리뷰의 감성과 이슈를 분류하여 고객의 반응을 파악하고, 수작업 분석과 자료 정리에 드는 시간을 줄인다.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이슈별 부정 리뷰 건수와 내용의 중요도를 종합하여 반복되는 불만과 우선 대응이 필요한 사항을 파악한다.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사내 응대 원칙과 보상정책에 근거한 대응방안을 도출하고, 적용 근거와 추가 검토가 필요한 사항을 함께 제시한다.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분석 결과와 대응전략, 관련 정책 및 개선제안을 Word 보고서로 작성하여 담당자와 관련 부서의 </a:t>
            </a:r>
            <a:r>
              <a:rPr kumimoji="0" lang="ko-KR" altLang="ko-KR" sz="1200" b="0" i="0" u="none" strike="noStrike" kern="1200" cap="none" spc="0" normalizeH="0" baseline="0" noProof="0" dirty="0" err="1">
                <a:ln>
                  <a:noFill/>
                </a:ln>
                <a:solidFill>
                  <a:prstClr val="black"/>
                </a:solidFill>
                <a:effectLst/>
                <a:uLnTx/>
                <a:uFillTx/>
                <a:latin typeface="맑은 고딕" panose="02110004020202020204"/>
                <a:ea typeface="맑은 고딕" panose="020B0503020000020004" pitchFamily="50" charset="-127"/>
                <a:cs typeface="+mn-cs"/>
              </a:rPr>
              <a:t>검토·공유에</a:t>
            </a: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 활용한다.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ko-KR"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반복되는 고객 의견을 제품 품질과 서비스 운영 개선에 연결하여 고객 불편을 줄이고 고객만족도를 높인다.</a:t>
            </a:r>
          </a:p>
        </p:txBody>
      </p:sp>
    </p:spTree>
    <p:extLst>
      <p:ext uri="{BB962C8B-B14F-4D97-AF65-F5344CB8AC3E}">
        <p14:creationId xmlns:p14="http://schemas.microsoft.com/office/powerpoint/2010/main" val="4162003240"/>
      </p:ext>
    </p:extLst>
  </p:cSld>
  <p:clrMapOvr>
    <a:masterClrMapping/>
  </p:clrMapOvr>
</p:sld>
</file>

<file path=ppt/theme/theme1.xml><?xml version="1.0" encoding="utf-8"?>
<a:theme xmlns:a="http://schemas.openxmlformats.org/drawingml/2006/main" name="Office 테마">
  <a:themeElements>
    <a:clrScheme name="사용자 지정 1371">
      <a:dk1>
        <a:sysClr val="windowText" lastClr="000000"/>
      </a:dk1>
      <a:lt1>
        <a:sysClr val="window" lastClr="FFFFFF"/>
      </a:lt1>
      <a:dk2>
        <a:srgbClr val="31484E"/>
      </a:dk2>
      <a:lt2>
        <a:srgbClr val="E5E9F5"/>
      </a:lt2>
      <a:accent1>
        <a:srgbClr val="56D49C"/>
      </a:accent1>
      <a:accent2>
        <a:srgbClr val="575A6B"/>
      </a:accent2>
      <a:accent3>
        <a:srgbClr val="57B5D3"/>
      </a:accent3>
      <a:accent4>
        <a:srgbClr val="D85295"/>
      </a:accent4>
      <a:accent5>
        <a:srgbClr val="81D05A"/>
      </a:accent5>
      <a:accent6>
        <a:srgbClr val="5A92D0"/>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624</Words>
  <Application>Microsoft Office PowerPoint</Application>
  <PresentationFormat>와이드스크린</PresentationFormat>
  <Paragraphs>18</Paragraphs>
  <Slides>1</Slides>
  <Notes>1</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1</vt:i4>
      </vt:variant>
    </vt:vector>
  </HeadingPairs>
  <TitlesOfParts>
    <vt:vector size="8" baseType="lpstr">
      <vt:lpstr>HY견고딕</vt:lpstr>
      <vt:lpstr>나눔스퀘어</vt:lpstr>
      <vt:lpstr>나눔스퀘어 Bold</vt:lpstr>
      <vt:lpstr>나눔스퀘어 ExtraBold</vt:lpstr>
      <vt:lpstr>맑은 고딕</vt:lpstr>
      <vt:lpstr>Arial</vt:lpstr>
      <vt:lpstr>Office 테마</vt:lpstr>
      <vt:lpstr>과제 4: 고객 리뷰 분석 및 대응전략 Agent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훈 백</dc:creator>
  <cp:lastModifiedBy>유 성현</cp:lastModifiedBy>
  <cp:revision>11</cp:revision>
  <dcterms:created xsi:type="dcterms:W3CDTF">2026-06-09T00:26:02Z</dcterms:created>
  <dcterms:modified xsi:type="dcterms:W3CDTF">2026-09-23T02:17:17Z</dcterms:modified>
</cp:coreProperties>
</file>